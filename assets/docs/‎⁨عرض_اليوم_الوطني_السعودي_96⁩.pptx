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143000"/>
            <a:ext cx="1097280" cy="45720"/>
          </a:xfrm>
          <a:prstGeom prst="rect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9840" y="1143000"/>
            <a:ext cx="1097280" cy="45720"/>
          </a:xfrm>
          <a:prstGeom prst="rect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Arial"/>
              </a:defRPr>
            </a:pPr>
            <a:r>
              <a:t>اليوم الوطني السعودي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3756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BE7D6"/>
                </a:solidFill>
                <a:latin typeface="Arial"/>
              </a:defRPr>
            </a:pPr>
            <a:r>
              <a:t>ذكرى توحيد المملكة العربية السعودية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57200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79146"/>
                </a:solidFill>
                <a:latin typeface="Arial"/>
              </a:defRPr>
            </a:pPr>
            <a:r>
              <a:t>اليوم الوطني 96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Arial"/>
              </a:defRPr>
            </a:pPr>
            <a:r>
              <a:t>ما هو اليوم الوطني؟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1C2C23"/>
                </a:solidFill>
                <a:latin typeface="Arial"/>
              </a:defRPr>
            </a:pPr>
            <a:r>
              <a:t>مناسبة وطنية تحتفي بتاريخ المملكة ووحدتها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يُحتفل باليوم الوطني للمملكة العربية السعودية في 23 سبتمبر من كل عام.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يرتبط هذا اليوم بصدور مرسوم توحيد البلاد وتسميتها بالمملكة العربية السعودية عام 1932م.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يمثل مناسبة لاستحضار تاريخ المملكة والاعتزاز بهويتها الوطنية وتراثها.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4532D"/>
                </a:solidFill>
                <a:latin typeface="Arial"/>
              </a:defRPr>
            </a:pPr>
            <a:r>
              <a:t>اليوم الوطني السعودي 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Arial"/>
              </a:defRPr>
            </a:pPr>
            <a:r>
              <a:t>محطات من تاريخ المملكة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بدأت رحلة توحيد أجزاء واسعة من شبه الجزيرة العربية بقيادة الملك عبدالعزيز بن عبدالرحمن آل سعود.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استمر توحيد المناطق وتأسيس مؤسسات الدولة على مراحل حتى إعلان توحيد المملكة.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في 23 سبتمبر 1932م أُعلن توحيد البلاد تحت اسم المملكة العربية السعودية.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4532D"/>
                </a:solidFill>
                <a:latin typeface="Arial"/>
              </a:defRPr>
            </a:pPr>
            <a:r>
              <a:t>اليوم الوطني السعودي 96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Arial"/>
              </a:defRPr>
            </a:pPr>
            <a:r>
              <a:t>رموز ومظاهر اليوم الوطني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العلم السعودي: رمز للهوية والسيادة والوحدة الوطنية.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اللون الأخضر: حاضر بقوة في الزينة والفعاليات الوطنية.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العروض والفعاليات الثقافية: تعكس التراث والفنون والموروث الشعبي.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الاجتماع مع العائلة والمشاركة في الأنشطة الوطنية من أبرز مظاهر الاحتفال.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4532D"/>
                </a:solidFill>
                <a:latin typeface="Arial"/>
              </a:defRPr>
            </a:pPr>
            <a:r>
              <a:t>اليوم الوطني السعودي 96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47472"/>
            <a:ext cx="82296" cy="82296"/>
          </a:xfrm>
          <a:prstGeom prst="ellipse">
            <a:avLst/>
          </a:prstGeom>
          <a:solidFill>
            <a:srgbClr val="B7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14532D"/>
                </a:solidFill>
                <a:latin typeface="Arial"/>
              </a:defRPr>
            </a:pPr>
            <a:r>
              <a:t>قيم نحتفي بها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الانتماء والاعتزاز بالوطن.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المحافظة على التراث والثقافة السعودية.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التكاتف والمسؤولية المجتمعية.</a:t>
            </a:r>
          </a:p>
          <a:p>
            <a:pPr algn="r">
              <a:spcAft>
                <a:spcPts val="1800"/>
              </a:spcAft>
              <a:defRPr sz="2200">
                <a:solidFill>
                  <a:srgbClr val="1C2C23"/>
                </a:solidFill>
                <a:latin typeface="Arial"/>
              </a:defRPr>
            </a:pPr>
            <a:r>
              <a:t>• الطموح والعمل من أجل مستقبل مزدهر.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4532D"/>
                </a:solidFill>
                <a:latin typeface="Arial"/>
              </a:defRPr>
            </a:pPr>
            <a:r>
              <a:t>اليوم الوطني السعودي 96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كل عام ووطننا بخير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3375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BE7D6"/>
                </a:solidFill>
                <a:latin typeface="Arial"/>
              </a:defRPr>
            </a:pPr>
            <a:r>
              <a:t>دام عزّك يا وطن 🇸🇦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0916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79146"/>
                </a:solidFill>
                <a:latin typeface="Arial"/>
              </a:defRPr>
            </a:pPr>
            <a:r>
              <a:t>23 سبتمبر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